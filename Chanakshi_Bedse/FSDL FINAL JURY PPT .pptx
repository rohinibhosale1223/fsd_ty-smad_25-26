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083517-FB59-410D-B120-661F2CD646E4}" v="1" dt="2025-11-07T06:11:57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akshi bedse" userId="cbebee75b8c4ac51" providerId="LiveId" clId="{E32B8757-2113-4C3F-9CEB-33452F5F9F2D}"/>
    <pc:docChg chg="undo custSel modSld">
      <pc:chgData name="chanakshi bedse" userId="cbebee75b8c4ac51" providerId="LiveId" clId="{E32B8757-2113-4C3F-9CEB-33452F5F9F2D}" dt="2025-11-07T06:11:35.227" v="12" actId="20577"/>
      <pc:docMkLst>
        <pc:docMk/>
      </pc:docMkLst>
      <pc:sldChg chg="modSp mod">
        <pc:chgData name="chanakshi bedse" userId="cbebee75b8c4ac51" providerId="LiveId" clId="{E32B8757-2113-4C3F-9CEB-33452F5F9F2D}" dt="2025-11-07T04:31:25.831" v="5" actId="5793"/>
        <pc:sldMkLst>
          <pc:docMk/>
          <pc:sldMk cId="2443495825" sldId="257"/>
        </pc:sldMkLst>
        <pc:spChg chg="mod">
          <ac:chgData name="chanakshi bedse" userId="cbebee75b8c4ac51" providerId="LiveId" clId="{E32B8757-2113-4C3F-9CEB-33452F5F9F2D}" dt="2025-11-07T04:31:25.831" v="5" actId="5793"/>
          <ac:spMkLst>
            <pc:docMk/>
            <pc:sldMk cId="2443495825" sldId="257"/>
            <ac:spMk id="5" creationId="{E6678631-6F34-2811-8652-1C0D3709EC1D}"/>
          </ac:spMkLst>
        </pc:spChg>
      </pc:sldChg>
      <pc:sldChg chg="modSp mod">
        <pc:chgData name="chanakshi bedse" userId="cbebee75b8c4ac51" providerId="LiveId" clId="{E32B8757-2113-4C3F-9CEB-33452F5F9F2D}" dt="2025-11-07T04:34:11.731" v="6" actId="20577"/>
        <pc:sldMkLst>
          <pc:docMk/>
          <pc:sldMk cId="3104120548" sldId="259"/>
        </pc:sldMkLst>
        <pc:spChg chg="mod">
          <ac:chgData name="chanakshi bedse" userId="cbebee75b8c4ac51" providerId="LiveId" clId="{E32B8757-2113-4C3F-9CEB-33452F5F9F2D}" dt="2025-11-07T04:34:11.731" v="6" actId="20577"/>
          <ac:spMkLst>
            <pc:docMk/>
            <pc:sldMk cId="3104120548" sldId="259"/>
            <ac:spMk id="19" creationId="{F03A5B51-F13B-3823-244B-1A4D2E22A8D9}"/>
          </ac:spMkLst>
        </pc:spChg>
      </pc:sldChg>
      <pc:sldChg chg="modSp mod">
        <pc:chgData name="chanakshi bedse" userId="cbebee75b8c4ac51" providerId="LiveId" clId="{E32B8757-2113-4C3F-9CEB-33452F5F9F2D}" dt="2025-11-07T06:11:35.227" v="12" actId="20577"/>
        <pc:sldMkLst>
          <pc:docMk/>
          <pc:sldMk cId="2275381538" sldId="263"/>
        </pc:sldMkLst>
        <pc:spChg chg="mod">
          <ac:chgData name="chanakshi bedse" userId="cbebee75b8c4ac51" providerId="LiveId" clId="{E32B8757-2113-4C3F-9CEB-33452F5F9F2D}" dt="2025-11-07T06:11:35.227" v="12" actId="20577"/>
          <ac:spMkLst>
            <pc:docMk/>
            <pc:sldMk cId="2275381538" sldId="263"/>
            <ac:spMk id="3" creationId="{3A8F7622-C294-2EAC-3544-CD83344E78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EB96-BD79-75F4-5ADF-EC9D95347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E0286A-2C7B-906A-3735-615E0AAD7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E1C54-5B45-67FA-FEEE-94900B39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DD3F0-F0D5-7EDE-ACF2-1A2ED1610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12CE2-BDAC-BDE8-910D-0AC52B8C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49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3DDC-A445-CAE6-099A-94CA9080E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93F68-82A3-FF6A-7E5E-B8B10BAA3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48844-FE1E-D87C-7623-6041706D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4D82C-279B-0AAA-B2EF-27FD60D7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0C229-8C8A-021E-30C1-9901A06E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25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40E6-B2DA-E6F4-6B6E-BDCE21A0C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15494-D83B-D516-4965-C4D4915E3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3ACE6-FBA1-3293-15CD-339C0FD2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55FA1-98F7-62A1-B6B5-2B2821789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6200E-6BBE-B09C-6482-04569C2D5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62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C48A4-E1A1-16D5-E05F-1541EF076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AC5D7-DED3-6474-C79D-9CF1643EC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0828A-1589-6429-785B-7D3F738F9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6E342-E6AF-0A23-3697-63D51E2C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49999-A546-CE65-020A-312730B2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8DCA3-EA25-98CC-F955-AA9697EA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0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A24C-89C8-0887-D73D-1FB5DF8F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60243-A559-A689-90B6-F2661ADB6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2CE37-3B99-E76E-6A61-7DED31CDF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C3D67-4244-5F86-FD8B-7CAC5FF61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39A58-4A65-ED2B-38A4-7F15DF6D4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924639-C0CE-A51C-83A5-417BB051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8A96F-3C80-F2BF-D31A-A0847ED4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8B8675-1B50-9CAD-F103-0A0DAC48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90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602E0-7932-5EF8-1CD0-81B296158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B5546-0A69-0EDE-8171-E3780BF46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1190D-7641-212D-C72D-0319A07EA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87868-CB18-7D9A-668D-08FB7053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83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11CD49-E777-AE7B-6461-06ED4A6B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29B22-729B-830B-C75F-6E6D92698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832A4-4E1A-F3C8-A642-770C1669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8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314E-4FEF-E417-A625-D3FA5E86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52CD-A9D7-AD8D-6603-C210F1546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DCF34-EA08-78A3-1570-FEA71C90C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ABA8-2C8C-65A7-96DA-162CED6E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6D80E-6A91-A921-507C-6A62059B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90E74-A781-0FB0-7E50-A2082FF35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06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145F-54C5-C9EE-5A4C-6C121855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F8322-3951-CE38-3281-0D008611F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AA20D-4F0F-B723-5679-AE25AE37E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EC59E-6F9C-E085-726C-DD96B1B61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3AAA9-DAE2-04F8-A640-7405B561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7B13E-0E99-533D-7316-F5889473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3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D4D7-29D9-1623-4F63-74A8B47E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6DA02-4FFE-2974-2A4A-CE2DE3492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F0A4A-E64C-7452-83EE-1DC52AAF6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2873D-93CA-EAED-B7DE-5032768A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6C08B-2CEF-FB48-4E73-AC63ADC5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693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D22018-3731-DD46-A20A-02BFA02AA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92FE5-D431-C843-F747-CB4D44E25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7A808-FE4F-9D69-E7D0-40DD8638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6EC3C-0DAE-7FFF-B6EE-A8F36881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198D5-C0BE-8713-277B-A09B9ADD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1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8436DD-B67F-188C-F9FE-64F517C3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78DB1-348B-9AFC-80D8-15AD4AA07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D0EE0-37EE-FB3F-56B1-7EA992794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AD92F3-1D10-40F3-B4C4-EBD197D41C1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A5F6D-CEA1-3CBF-CBB5-82E012E76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48C8F-E86F-06EE-8380-B50B820BA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C4FF9-B143-43E0-9628-751AFAA55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556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FBBA20A-4EFC-F4B4-3E2D-23C714044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7646" y="531686"/>
            <a:ext cx="8947982" cy="4134853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Course Marketplace</a:t>
            </a:r>
            <a:b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Full-Stack E-Learning Platform with Shopping Cart</a:t>
            </a:r>
            <a:br>
              <a:rPr lang="en-US" sz="1900" b="1" dirty="0">
                <a:solidFill>
                  <a:srgbClr val="FFFFFF"/>
                </a:solidFill>
              </a:rPr>
            </a:br>
            <a:br>
              <a:rPr lang="en-US" sz="1900" dirty="0">
                <a:solidFill>
                  <a:srgbClr val="FFFFFF"/>
                </a:solidFill>
              </a:rPr>
            </a:b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b="1" dirty="0">
                <a:solidFill>
                  <a:srgbClr val="FFFFFF"/>
                </a:solidFill>
              </a:rPr>
              <a:t>Presented by: Chanakshi Bedse</a:t>
            </a:r>
            <a:br>
              <a:rPr lang="en-US" sz="1900" b="1" dirty="0">
                <a:solidFill>
                  <a:srgbClr val="FFFFFF"/>
                </a:solidFill>
              </a:rPr>
            </a:br>
            <a:br>
              <a:rPr lang="en-US" sz="1900" b="1" dirty="0">
                <a:solidFill>
                  <a:srgbClr val="FFFFFF"/>
                </a:solidFill>
              </a:rPr>
            </a:br>
            <a:r>
              <a:rPr lang="en-US" sz="1900" b="1" dirty="0">
                <a:solidFill>
                  <a:srgbClr val="FFFFFF"/>
                </a:solidFill>
              </a:rPr>
              <a:t> Enrollment Number: ADT23SOCB1517</a:t>
            </a:r>
            <a:br>
              <a:rPr lang="en-US" sz="1900" b="1" dirty="0">
                <a:solidFill>
                  <a:srgbClr val="FFFFFF"/>
                </a:solidFill>
              </a:rPr>
            </a:br>
            <a:br>
              <a:rPr lang="en-US" sz="1900" b="1" dirty="0">
                <a:solidFill>
                  <a:srgbClr val="FFFFFF"/>
                </a:solidFill>
              </a:rPr>
            </a:br>
            <a:r>
              <a:rPr lang="en-US" sz="1900" b="1" dirty="0">
                <a:solidFill>
                  <a:srgbClr val="FFFFFF"/>
                </a:solidFill>
              </a:rPr>
              <a:t>Guide/Supervisor: Rohini Bhosale Mam</a:t>
            </a:r>
            <a:br>
              <a:rPr lang="en-US" sz="1900" b="1" dirty="0">
                <a:solidFill>
                  <a:srgbClr val="FFFFFF"/>
                </a:solidFill>
              </a:rPr>
            </a:br>
            <a:br>
              <a:rPr lang="en-US" sz="1900" b="1" dirty="0">
                <a:solidFill>
                  <a:srgbClr val="FFFFFF"/>
                </a:solidFill>
              </a:rPr>
            </a:br>
            <a:r>
              <a:rPr lang="en-US" sz="1900" b="1" dirty="0">
                <a:solidFill>
                  <a:srgbClr val="FFFFFF"/>
                </a:solidFill>
              </a:rPr>
              <a:t>Department of Information Technology </a:t>
            </a:r>
            <a:br>
              <a:rPr lang="en-US" sz="1900" b="1" dirty="0">
                <a:solidFill>
                  <a:srgbClr val="FFFFFF"/>
                </a:solidFill>
              </a:rPr>
            </a:br>
            <a:br>
              <a:rPr lang="en-US" sz="1900" b="1" dirty="0">
                <a:solidFill>
                  <a:srgbClr val="FFFFFF"/>
                </a:solidFill>
              </a:rPr>
            </a:br>
            <a:r>
              <a:rPr lang="en-US" sz="1900" b="1" dirty="0">
                <a:solidFill>
                  <a:srgbClr val="FFFFFF"/>
                </a:solidFill>
              </a:rPr>
              <a:t>Date: 07/11/2025</a:t>
            </a:r>
            <a:br>
              <a:rPr lang="en-US" sz="1900" b="1" dirty="0">
                <a:solidFill>
                  <a:srgbClr val="FFFFFF"/>
                </a:solidFill>
              </a:rPr>
            </a:br>
            <a:endParaRPr lang="en-IN" sz="1900" b="1" dirty="0">
              <a:solidFill>
                <a:srgbClr val="FFFF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62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78631-6F34-2811-8652-1C0D3709EC1D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and Introduction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Course Marketplace is a full-stack web application that enables users to browse, search, and purchase online courses across multiple categories. The platform features a modern e-commerce interface with shopping cart functionality, user authentication, and secure payment processing, designed to make quality education accessible and easy to acquire.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Learners today face challenges in finding and purchasing quality online courses due to: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 course offerings across multiple platforms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purchasing processes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intuitive search and filtering mechanisms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Unclear course information and pricing This project addresses these issues by creating a centralized,     user-friendly marketplace.</a:t>
            </a:r>
          </a:p>
        </p:txBody>
      </p:sp>
    </p:spTree>
    <p:extLst>
      <p:ext uri="{BB962C8B-B14F-4D97-AF65-F5344CB8AC3E}">
        <p14:creationId xmlns:p14="http://schemas.microsoft.com/office/powerpoint/2010/main" val="2443495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88343C-98AC-ED5F-34A7-8896C7F58349}"/>
              </a:ext>
            </a:extLst>
          </p:cNvPr>
          <p:cNvSpPr txBox="1"/>
          <p:nvPr/>
        </p:nvSpPr>
        <p:spPr>
          <a:xfrm>
            <a:off x="4698858" y="511388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Objectives: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Scope: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authentication system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browsing with search and category filters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course information pages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cart functionality (add, remove, update)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checkout and payment processing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Scope: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content delivery (video streaming)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class functionality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 course creation portal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forums and Q&amp;A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native applications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</a:p>
        </p:txBody>
      </p:sp>
    </p:spTree>
    <p:extLst>
      <p:ext uri="{BB962C8B-B14F-4D97-AF65-F5344CB8AC3E}">
        <p14:creationId xmlns:p14="http://schemas.microsoft.com/office/powerpoint/2010/main" val="109348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AEA94-F72E-6AB2-421F-8CED3C0FBF1B}"/>
              </a:ext>
            </a:extLst>
          </p:cNvPr>
          <p:cNvSpPr txBox="1"/>
          <p:nvPr/>
        </p:nvSpPr>
        <p:spPr>
          <a:xfrm>
            <a:off x="4828900" y="175994"/>
            <a:ext cx="6555347" cy="770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790110-C9C9-9E05-B243-99AEEE64B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1948" y="941683"/>
            <a:ext cx="502252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Responsive User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Modern, clean design following current UI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Mobile-first approach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Cross-browser compatibility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Smooth animations and transitions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Shopping Cart Functionality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Add/remove courses from cart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Cart persistence using localStorage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Real-time cart count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Dynamic price calculations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Intuitive Navigation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course discovery with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Category-based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design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745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3A5B51-F13B-3823-244B-1A4D2E22A8D9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Semantic markup structure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Modern styling with Flexbox/Grid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CSS with gradient backgrounds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media queries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 effects and transitions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(ES6+)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Dynamic interactions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manipulation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handling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logic implementation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Techniques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Mobile-first approach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layouts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images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310412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45543-0BDC-F82C-C818-C02A9FDCB009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Results (Frontend - UI/UX)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Homepage Design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Hero Section: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Beautiful purple gradient (#9b7fbf to #8b6fb0)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Headline: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"Learn the World's Best Skills Online" (Large, bold, dark gray)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Subheading: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"Expert-led courses from top universities and        companies. Start your journey today."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CTA Button: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Bright blue "Explore All Courses" button with hover effect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Centered content with ample padding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Featured Courses: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Title: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"Our Featured Courses" (centered, bold)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Layout: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Horizontal display of 2-3 course cards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Design: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Color-coded cards (Blue, Green, Yellow)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Minimalist: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design showing course titles on colored backgrounds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9802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5AA4C-BD0D-56A5-78FA-A79031A50101}"/>
              </a:ext>
            </a:extLst>
          </p:cNvPr>
          <p:cNvSpPr txBox="1"/>
          <p:nvPr/>
        </p:nvSpPr>
        <p:spPr>
          <a:xfrm>
            <a:off x="4579147" y="666114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(Frontend - Course Catalog)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Catalog Page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Section: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"Explore Our Full Catalog"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Bar: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White background with "Search courses..." placeholder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Filter: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Dropdown with "All Categories" default option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Grid: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Design: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White cards with colored thumbnails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Consistent gap between cards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Card Components: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Thumbnail: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colored section with course type text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Prominent INR pricing (₹2,499 - ₹3,999)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CTA Button: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Blue "Add to Cart" button</a:t>
            </a:r>
          </a:p>
        </p:txBody>
      </p:sp>
    </p:spTree>
    <p:extLst>
      <p:ext uri="{BB962C8B-B14F-4D97-AF65-F5344CB8AC3E}">
        <p14:creationId xmlns:p14="http://schemas.microsoft.com/office/powerpoint/2010/main" val="274187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5FAB81-7073-B82E-371F-DE57E8576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89102"/>
            <a:ext cx="10905066" cy="547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81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C2CFCC-D81C-5366-B562-643CEAF51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11784"/>
            <a:ext cx="10905066" cy="52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5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DDCD444-A734-E4E1-030E-F2D618A71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52678"/>
            <a:ext cx="10905066" cy="515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64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F7622-C294-2EAC-3544-CD83344E788F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Achievements: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✓ Successfully developed a responsive e-learning marketplace frontend ✓ Created modern, intuitive user interface with gradient backgrounds ✓ Implemented fully functional shopping cart with localStorage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Met: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Responsive UI adapting to desktop, tablet, and mobile.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Shopping cart functionality with add/remove operations.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Intuitive navigation with search and filters.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Optimal performance with fast load times.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demonstrates a complete frontend implementation for an e-learning marketplace, providing users with an engaging and seamless course browsing and selection experience.</a:t>
            </a:r>
          </a:p>
        </p:txBody>
      </p:sp>
    </p:spTree>
    <p:extLst>
      <p:ext uri="{BB962C8B-B14F-4D97-AF65-F5344CB8AC3E}">
        <p14:creationId xmlns:p14="http://schemas.microsoft.com/office/powerpoint/2010/main" val="2275381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674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Times New Roman</vt:lpstr>
      <vt:lpstr>Wingdings</vt:lpstr>
      <vt:lpstr>Office Theme</vt:lpstr>
      <vt:lpstr>Online Course Marketplace A Full-Stack E-Learning Platform with Shopping Cart   Presented by: Chanakshi Bedse   Enrollment Number: ADT23SOCB1517  Guide/Supervisor: Rohini Bhosale Mam  Department of Information Technology   Date: 07/11/2025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chanakshi bedse</dc:creator>
  <cp:lastModifiedBy>chanakshi bedse</cp:lastModifiedBy>
  <cp:revision>1</cp:revision>
  <dcterms:created xsi:type="dcterms:W3CDTF">2025-11-04T06:11:50Z</dcterms:created>
  <dcterms:modified xsi:type="dcterms:W3CDTF">2025-11-07T06:12:06Z</dcterms:modified>
</cp:coreProperties>
</file>