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2" r:id="rId5"/>
    <p:sldId id="264" r:id="rId6"/>
    <p:sldId id="265" r:id="rId7"/>
    <p:sldId id="266" r:id="rId8"/>
    <p:sldId id="272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37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4406-F11B-643D-4A37-89642C8B7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DB03E-A1CD-1E35-5B47-CC54EA504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8B5C-B3B8-3E46-0435-2BA3B805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13928-2038-047A-6F00-5509D734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68A5-D2D0-2E3F-F3FE-1B78A07E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CD98-0098-34C8-FFB9-91D7A28F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CF4C-CB53-42E7-B7AA-A8E848E0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C4D76-7A8E-91E9-318B-49E0C936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E9D9-4C15-B3BA-3F8C-2DD01064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AB9DA-893A-5BC7-F5AD-BFE4C894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69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0FEC-45E4-91DF-2639-A19A7924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81258-21EF-28E1-FBD6-B947D0885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B1C22-6A7C-DE7F-750C-A3517FD2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69DB-5435-B2F3-5FDF-CEF13C3E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3A986-166C-53E8-851F-172D4302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6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13A2-AC95-B5DA-C9C5-60A5C19D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C29B4-57A6-1716-03FE-0D887E284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13251-58E5-4D8A-D6AC-1F769A031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70AEB-D1B2-BAC9-5BF2-4BF83422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7090-5347-4117-D241-7DA194D6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038E-F774-DCF6-E4DA-FF23981F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85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B581-432C-B8AD-266D-18A77566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7B43-DEEB-8CE1-B8D7-C84029212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AB1B8-3D04-8508-9219-39FD4CE80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3D6A4-2BAF-147B-8E17-58A950BE3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5EAFE-FB0F-86ED-0485-A8F06D70C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9F9DB-2223-E4F1-0117-7C957882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C11E7-C72D-12A5-6714-00C8392C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5DDFC-DC4A-1BBE-DA13-707089C6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60BD-8C4A-1A8C-DC79-1513BAA4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54C2F-B8F4-BFC1-AD9A-2454F692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943FE-C839-D768-4439-20CCCC17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DB339-B0ED-4795-7611-5DF14ED1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5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28899-500B-637F-48C0-66567F92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A4ED-C3EA-CD05-B509-FF3E424C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896D6-8DC3-709F-6D57-E97E6FFF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96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4FF7-0416-9169-B5D1-8965785F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1B26-F6D4-BDAA-6C43-64FDB09B6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15CD5-28D6-9238-77E6-E353CC506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C2784-0D43-638B-1C57-300E100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A812B-9AE9-1126-7561-11745C43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73949-7EBB-2E0E-A5E0-3F42BADA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45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0FD6-2498-0518-04A0-2BA9F305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908D8-715C-0106-FD66-DE3EE1F90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BFB28-0184-286D-B53A-416A41773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B48EB-83F9-1B35-D21A-56D66988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1ABE9-834F-1B70-A34A-1B92F348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3588D-ABA3-683F-A48A-3087D472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7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6191-8E1E-BAA0-15E5-79332158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A23C1-5454-1CEE-ED17-31BAC9FD4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6AD4D-15EA-3CA4-3CF8-FEDEAD0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3597-23C4-BC17-5682-ABE92959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E2C0-6556-A179-B20A-D66B4E53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99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A191C-9EAB-0F36-5C9E-D577BDB09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CAB24-E23E-EC0F-4EC4-018E25A2A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197A-795E-463F-A9EE-5B22A591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C1476-55A8-53F7-D1FE-925C4548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F66B-8FD3-19C4-616A-28CAF379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18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647C8-9E38-3C8B-1726-E486785B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6895A-DD98-E1F4-1BFF-93ED7717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3840-25D8-0577-9976-65B7FE37F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9CB4-E6BA-1313-7311-786A2552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EC513-5594-843F-FB43-49567918C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96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03729B6D-3A07-9CB1-6E5C-D178F9D00B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8E3640-7A84-1B14-1667-D164623F629E}"/>
              </a:ext>
            </a:extLst>
          </p:cNvPr>
          <p:cNvSpPr txBox="1"/>
          <p:nvPr/>
        </p:nvSpPr>
        <p:spPr>
          <a:xfrm>
            <a:off x="3818625" y="1354347"/>
            <a:ext cx="497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FSDL Jury Examination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04B0A-CC17-F98E-9E91-BA4C6653E46A}"/>
              </a:ext>
            </a:extLst>
          </p:cNvPr>
          <p:cNvSpPr txBox="1"/>
          <p:nvPr/>
        </p:nvSpPr>
        <p:spPr>
          <a:xfrm>
            <a:off x="1273832" y="2335568"/>
            <a:ext cx="849127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Student Name: </a:t>
            </a:r>
            <a:r>
              <a:rPr lang="en-IN" sz="2000" b="1" dirty="0" err="1">
                <a:cs typeface="Times New Roman" panose="02020603050405020304" pitchFamily="18" charset="0"/>
              </a:rPr>
              <a:t>Sanskrti</a:t>
            </a:r>
            <a:r>
              <a:rPr lang="en-IN" sz="2000" b="1" dirty="0">
                <a:cs typeface="Times New Roman" panose="02020603050405020304" pitchFamily="18" charset="0"/>
              </a:rPr>
              <a:t> Singh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cs typeface="Times New Roman" panose="02020603050405020304" pitchFamily="18" charset="0"/>
              </a:rPr>
              <a:t> No.: ADT23SOCB1557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Course: </a:t>
            </a:r>
            <a:r>
              <a:rPr lang="en-IN" b="1" dirty="0"/>
              <a:t>Full Stack Front-End Development</a:t>
            </a:r>
            <a:r>
              <a:rPr lang="en-IN" sz="2000" b="1" dirty="0">
                <a:cs typeface="Times New Roman" panose="02020603050405020304" pitchFamily="18" charset="0"/>
              </a:rPr>
              <a:t> (</a:t>
            </a:r>
            <a:r>
              <a:rPr lang="en-IN" b="1" dirty="0"/>
              <a:t>23IT3001</a:t>
            </a:r>
            <a:r>
              <a:rPr lang="en-IN" sz="2000" b="1" dirty="0"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Semester: V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Class: TY IT SMAD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Project Title:</a:t>
            </a:r>
            <a:r>
              <a:rPr lang="en-US" sz="2000" dirty="0"/>
              <a:t> </a:t>
            </a:r>
            <a:r>
              <a:rPr lang="en-US" sz="2000" b="1" dirty="0"/>
              <a:t>Muzz : A Real-Time Collaborative Music Listening App</a:t>
            </a:r>
            <a:endParaRPr lang="en-IN" sz="2000" b="1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9367-D1DF-363D-0D2A-02E7E188B9CF}"/>
              </a:ext>
            </a:extLst>
          </p:cNvPr>
          <p:cNvSpPr txBox="1"/>
          <p:nvPr/>
        </p:nvSpPr>
        <p:spPr>
          <a:xfrm>
            <a:off x="3048718" y="5561884"/>
            <a:ext cx="60945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Department of Information Technology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MIT School of Computing, Pune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AY: 2025-26</a:t>
            </a:r>
          </a:p>
        </p:txBody>
      </p:sp>
    </p:spTree>
    <p:extLst>
      <p:ext uri="{BB962C8B-B14F-4D97-AF65-F5344CB8AC3E}">
        <p14:creationId xmlns:p14="http://schemas.microsoft.com/office/powerpoint/2010/main" val="63424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9300-C650-9F90-BE68-079EEF42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06D00B57-0FB6-6527-ED54-24522085F1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C84EA4-C46F-A742-D6D0-10E1B5112CD5}"/>
              </a:ext>
            </a:extLst>
          </p:cNvPr>
          <p:cNvSpPr txBox="1"/>
          <p:nvPr/>
        </p:nvSpPr>
        <p:spPr>
          <a:xfrm>
            <a:off x="543464" y="483556"/>
            <a:ext cx="4287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Project Overview and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F846B-42EC-5074-EE4D-7C84BAEBC642}"/>
              </a:ext>
            </a:extLst>
          </p:cNvPr>
          <p:cNvSpPr txBox="1"/>
          <p:nvPr/>
        </p:nvSpPr>
        <p:spPr>
          <a:xfrm>
            <a:off x="543464" y="1724655"/>
            <a:ext cx="11171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Introduction: Muzz</a:t>
            </a:r>
            <a:r>
              <a:rPr lang="en-US" dirty="0"/>
              <a:t> is a full-stack social music application. It's designed as a platform for users to stream their favorite artists, discover new tracks, and interact with friends in real-time.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E27D0-042A-5505-28C4-631066855016}"/>
              </a:ext>
            </a:extLst>
          </p:cNvPr>
          <p:cNvSpPr txBox="1"/>
          <p:nvPr/>
        </p:nvSpPr>
        <p:spPr>
          <a:xfrm>
            <a:off x="543464" y="2828836"/>
            <a:ext cx="11076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Statement:</a:t>
            </a:r>
            <a:r>
              <a:rPr lang="en-US" dirty="0"/>
              <a:t> Listening to music is often a solitary experience. It can be difficult for users to discover new music with friends and share their listening activity seamlessly in one place.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F989D-824F-480F-879A-D31809185B79}"/>
              </a:ext>
            </a:extLst>
          </p:cNvPr>
          <p:cNvSpPr txBox="1"/>
          <p:nvPr/>
        </p:nvSpPr>
        <p:spPr>
          <a:xfrm>
            <a:off x="543464" y="3656018"/>
            <a:ext cx="11076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Motivation:</a:t>
            </a:r>
            <a:r>
              <a:rPr lang="en-US" dirty="0"/>
              <a:t> The project was inspired by being "tired of jamming alone." The goal was to create a platform where music is a shared experience, allowing users to "listen together, chat together, and vibe together" in real-time.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A99D51-5C4C-CD6B-9349-2C4371751679}"/>
              </a:ext>
            </a:extLst>
          </p:cNvPr>
          <p:cNvSpPr txBox="1"/>
          <p:nvPr/>
        </p:nvSpPr>
        <p:spPr>
          <a:xfrm>
            <a:off x="543464" y="4483200"/>
            <a:ext cx="11171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Proposed Solution:</a:t>
            </a:r>
            <a:r>
              <a:rPr lang="en-US" dirty="0"/>
              <a:t> A full-stack web application that integrates music discovery with social features. The app provides user authentication, personalized user profiles, and a "Rooms" feature where users can create listening parties, invite friends, and manage a shared music queue.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64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634B-0E6B-1118-CE80-1BECF07C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ED3AF43B-85E7-7A41-2FFF-B4B901AE14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CA232F-D517-E209-7D4A-34E66FD1D0F9}"/>
              </a:ext>
            </a:extLst>
          </p:cNvPr>
          <p:cNvSpPr txBox="1"/>
          <p:nvPr/>
        </p:nvSpPr>
        <p:spPr>
          <a:xfrm>
            <a:off x="543464" y="48355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Scope and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3129E-6112-B64B-6469-1E92FAB0BDE3}"/>
              </a:ext>
            </a:extLst>
          </p:cNvPr>
          <p:cNvSpPr txBox="1"/>
          <p:nvPr/>
        </p:nvSpPr>
        <p:spPr>
          <a:xfrm>
            <a:off x="543464" y="1749729"/>
            <a:ext cx="113479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Scope:</a:t>
            </a:r>
            <a:r>
              <a:rPr lang="en-US" dirty="0"/>
              <a:t> The project includes a public-facing website (Landing Page, About, Contact, Events), a complete user authentication flow (Signup, Login), and a protected main application. Core features include user profile creation and editing, a music discovery dashboard, and a social "Rooms" feature. All data persistence (e.g., user info, profiles, rooms) is managed via </a:t>
            </a:r>
            <a:r>
              <a:rPr lang="en-US" dirty="0" err="1"/>
              <a:t>localStorage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B5B0DC-F90D-DAEC-42EA-4AAB4EC96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64" y="3383713"/>
            <a:ext cx="1117120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Key Objectives: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Implementing a functional user authentication system (Signup, Login, Logout) and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localStorage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manage sessions.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a responsive user interface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a dashboard for music discovery.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Protecting application routes, allowing access only to logged-in users, and redirecting new users to a "Set Profile" page if their profile is incomplete.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a "Rooms" feature allowing users to create listening rooms, invite friends, and approve join requests.</a:t>
            </a:r>
          </a:p>
        </p:txBody>
      </p:sp>
    </p:spTree>
    <p:extLst>
      <p:ext uri="{BB962C8B-B14F-4D97-AF65-F5344CB8AC3E}">
        <p14:creationId xmlns:p14="http://schemas.microsoft.com/office/powerpoint/2010/main" val="48415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5818-2D89-0AC0-C1A4-AE15B83E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5430352E-5EF2-898F-F26A-FD02356415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0C1DBF-470E-F073-6AAA-4F8AC84BB51B}"/>
              </a:ext>
            </a:extLst>
          </p:cNvPr>
          <p:cNvSpPr txBox="1"/>
          <p:nvPr/>
        </p:nvSpPr>
        <p:spPr>
          <a:xfrm>
            <a:off x="543464" y="836735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45722-EBED-E843-53A9-1FCECD47C3B2}"/>
              </a:ext>
            </a:extLst>
          </p:cNvPr>
          <p:cNvSpPr txBox="1"/>
          <p:nvPr/>
        </p:nvSpPr>
        <p:spPr>
          <a:xfrm>
            <a:off x="600973" y="1699404"/>
            <a:ext cx="1880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Frontend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40DC51-B512-FC6D-21D2-C01C1186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3" y="2172275"/>
            <a:ext cx="44541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19, TypeScript, Vite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&amp; Styling: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Tailwind CSS,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(icons)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Whiteboard: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tldraw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7CB0D-79CB-566A-371A-8DA96251C027}"/>
              </a:ext>
            </a:extLst>
          </p:cNvPr>
          <p:cNvSpPr txBox="1"/>
          <p:nvPr/>
        </p:nvSpPr>
        <p:spPr>
          <a:xfrm>
            <a:off x="600973" y="4000257"/>
            <a:ext cx="1880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Database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FFA2FEF4-83A7-96BC-5956-D205CCB49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65" y="4452466"/>
            <a:ext cx="524486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 is currently managed on the client-side via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localStorage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saving login information and user profile details as well as rooms created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43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3F88-7993-8E4D-8F52-227D644F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1CEA5B08-EBAF-E0AD-CBEE-4D5F6D5B16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5072B3-7981-DD3C-DB24-4E23B9CF9A76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94745-21A1-4C1B-A78F-9D8CA05328D7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82792-4453-4CA5-54EE-B4DB0C745534}"/>
              </a:ext>
            </a:extLst>
          </p:cNvPr>
          <p:cNvSpPr txBox="1"/>
          <p:nvPr/>
        </p:nvSpPr>
        <p:spPr>
          <a:xfrm>
            <a:off x="5882396" y="598939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Homepage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C0C0C-FB8A-5E9A-78AB-5C1786D3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896" y="1655075"/>
            <a:ext cx="8522208" cy="420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4403-9AF9-7B30-BB24-DB647C5F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9E140AC4-EF0D-8CCE-7794-CA86C0FBE3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9F4EB8-827C-A0A4-BBCF-06C749036942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B7DD4-E2A6-25C8-6E8E-FBF883D4F676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5ABDE-AD88-F3B4-5942-F820125024D2}"/>
              </a:ext>
            </a:extLst>
          </p:cNvPr>
          <p:cNvSpPr txBox="1"/>
          <p:nvPr/>
        </p:nvSpPr>
        <p:spPr>
          <a:xfrm>
            <a:off x="5202936" y="6436652"/>
            <a:ext cx="1315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About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F8C2CC-4A63-F5E5-2C8C-ABABCB3F9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527889"/>
            <a:ext cx="9601200" cy="46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1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BDA85-3733-2A49-460C-39D7229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23D40AA2-40D4-E3B3-D3B3-2E1F7D15A4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B5FE6D-1897-DB64-E904-CDC3806C990B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0D5C4-1714-B4FC-4304-0AC15BF871EA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173F4-4BE6-3C1C-5935-798D75D1756E}"/>
              </a:ext>
            </a:extLst>
          </p:cNvPr>
          <p:cNvSpPr txBox="1"/>
          <p:nvPr/>
        </p:nvSpPr>
        <p:spPr>
          <a:xfrm>
            <a:off x="5668318" y="6465110"/>
            <a:ext cx="586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Room</a:t>
            </a:r>
          </a:p>
          <a:p>
            <a:endParaRPr lang="en-IN" sz="12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AFD68-9135-F145-5EB3-DDFFFA3F2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762" y="1655075"/>
            <a:ext cx="9158678" cy="448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6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B676-2A5C-D113-188F-BD90089E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D9549C58-8391-D369-8725-877D08ECE1A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EEBB6E-A993-D939-4EC4-9756046A251B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C8888-4AC0-C804-3FED-AC8F6DA837E0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5A954-97D6-25DD-BCDA-F0D9E74DD1AD}"/>
              </a:ext>
            </a:extLst>
          </p:cNvPr>
          <p:cNvSpPr txBox="1"/>
          <p:nvPr/>
        </p:nvSpPr>
        <p:spPr>
          <a:xfrm>
            <a:off x="5668318" y="6465110"/>
            <a:ext cx="124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Contact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C4AAD-271B-B8C9-30EF-FFB69D0CD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55943"/>
            <a:ext cx="9848088" cy="480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5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23E7-AB19-42E0-A061-9AF835AE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AEA4CB12-846E-1DCA-FBD9-36EA4C472F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65BB2-C76B-0108-253A-BAAD7D8FAFF9}"/>
              </a:ext>
            </a:extLst>
          </p:cNvPr>
          <p:cNvSpPr txBox="1"/>
          <p:nvPr/>
        </p:nvSpPr>
        <p:spPr>
          <a:xfrm>
            <a:off x="4131182" y="2921168"/>
            <a:ext cx="41349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8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456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Shrinivas Sherikar</dc:creator>
  <cp:lastModifiedBy>Sanskrti Singh</cp:lastModifiedBy>
  <cp:revision>7</cp:revision>
  <dcterms:created xsi:type="dcterms:W3CDTF">2025-11-04T20:12:26Z</dcterms:created>
  <dcterms:modified xsi:type="dcterms:W3CDTF">2025-11-07T05:27:46Z</dcterms:modified>
</cp:coreProperties>
</file>