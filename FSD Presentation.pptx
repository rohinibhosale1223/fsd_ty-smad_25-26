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7CD7-7117-FF6E-3918-C48C7EC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CCD28-8582-489E-2AEB-7CF880A6A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E17C-5B3B-D4BC-76A1-8FF63155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BD0B-DBB0-06AE-1912-2EC20A7F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458AE-2368-986D-5FFE-B56979EA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3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B78B-AA0D-0E53-67CF-53301010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A3B6-81AD-1B8D-B341-BC047A6C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3647-4417-BE61-4F87-D3AE9ED5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FEEDC-580C-DFA4-3DE0-07FA0FF6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409FB-3065-3AE9-5FE1-E90875D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1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8649-6ED5-2417-3BAA-677B0A16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94985-AA70-226C-7B22-CA78133E8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9933E-C434-1BAC-3197-1A17B88D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DC63-48D1-D62A-8146-B4AAD724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8C6C-FE59-D0FE-DF0E-BD3C012C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6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F64F-6252-1A37-3A32-C911D13F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5BA1-4186-DBE9-0D9A-47679EDFF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8EE12-115E-D2AE-8494-FE3C6001F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7042C-B424-EFD8-B789-6326A18B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9205-158C-AB91-5095-4CED64AA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D5F1-9D9E-B91F-3714-192CD456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0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FF6F-6E79-E607-0473-5F24E465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7A8B-5312-9167-35C0-525F9C998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6795-15B8-E2F1-780B-557120452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2E2A8-DF36-B34C-6223-E37CE284E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1EF46-C3D0-88E8-6777-524890A37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5A8B-A2EA-42DE-6F6B-D1AFF2BD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4CF80-24E2-C656-E2BA-FA8F9312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C45F0-13DB-F2ED-CB2F-07D5384D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AEFB-9F2C-FABB-17AB-6DD7E6EA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5674A-DF27-9903-6975-6285C0F3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FA62C-7D4F-C112-3230-AB583330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B3BDE-3034-CFF9-91A7-E6EB0B2F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1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CB2B5-4095-A53F-82EB-77D8A10B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815A1-ADEB-C983-16A6-FE57F5C0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A8B5D-1C35-6B12-0D63-84CE2F74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4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0ED6-E41B-DF84-9DA1-3D2D07B1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A5C6-3B2B-CE1F-A710-1D6AF18FF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C002E-50A6-3A30-700E-AF369475F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B9F27-B40E-075F-4B0C-56BCF19E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1B4F2-CFEE-39F8-FB6E-3704F7A8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F4560-7569-178A-4FD0-C9D0F8C6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7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A6FD-2741-DADD-3A03-A72A1A0C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136C0-8777-DD16-9E04-939772AB1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A5A7C-A027-B6F2-9D05-4EA7B092C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A574-8FCB-FBF9-6677-E94E2FBD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B63AB-679B-4A3D-1E87-FCE11A82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A72F0-B057-D69B-38F2-CEBFEC0E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0546-B3F2-BCE5-6595-3F50DF66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C777D-AB6A-A99F-D5D6-F8627E21D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989CB-5A04-1B7A-F39A-C1583B56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78167-EB72-CC2E-227D-36FAB2EE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2317-C28C-B3F2-7CD1-6071C507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9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D3CAA-5202-C332-98B3-5CEA1E2B6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14DD1-D6C7-7905-E8CD-60039D28F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5DBA-BE81-E21F-78D2-850B5A13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96B11-D773-E3D8-2BBC-F45B85E3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470A3-9ABD-1590-D325-FDD2BFF4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9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4A906-7A31-99BD-F5D2-00523674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00130-29A0-2B74-C52B-11053A651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A551-2E08-DE6D-A787-582E960AF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D92D2-D546-488F-B61A-FDB26C2F7D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8281F-6286-179B-57C1-B6D6B2657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84E4-F728-DEF2-4D38-3E8E0587E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23E69-CE75-4327-BE5E-1E09D9D7A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D1004E5F-8A1F-0B04-DB92-59C61A60F3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9CD97C7D-0058-D98D-D7EB-878DDD6BB4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06524E41-C575-3BF1-3165-60485B5F78B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DCFE5-CCD8-E50F-9952-6111C3050276}"/>
              </a:ext>
            </a:extLst>
          </p:cNvPr>
          <p:cNvSpPr txBox="1"/>
          <p:nvPr/>
        </p:nvSpPr>
        <p:spPr>
          <a:xfrm>
            <a:off x="878478" y="1221474"/>
            <a:ext cx="99665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Year Engineering</a:t>
            </a:r>
            <a:endParaRPr lang="en-US"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600" b="1" dirty="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Frontend Development </a:t>
            </a:r>
            <a:endParaRPr lang="en-US" sz="3600" b="1" i="0" u="none" strike="noStrike" cap="none" dirty="0">
              <a:solidFill>
                <a:srgbClr val="CC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5138" marR="0"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</a:t>
            </a: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 Yadav</a:t>
            </a:r>
            <a:b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Number: ADT23SOCB1632</a:t>
            </a:r>
          </a:p>
          <a:p>
            <a:pPr marL="465138" lvl="0">
              <a:buClr>
                <a:srgbClr val="000000"/>
              </a:buClr>
              <a:buSzPts val="3000"/>
            </a:pPr>
            <a:r>
              <a:rPr lang="en-US" sz="3600" b="1" dirty="0"/>
              <a:t>Project Title:</a:t>
            </a:r>
            <a:r>
              <a:rPr lang="en-US" sz="3600" dirty="0"/>
              <a:t> Event Management</a:t>
            </a:r>
            <a:br>
              <a:rPr lang="en-US" sz="3600" dirty="0"/>
            </a:br>
            <a:r>
              <a:rPr lang="en-US" sz="3600" b="1" dirty="0"/>
              <a:t>Guide/Supervisor:</a:t>
            </a:r>
            <a:r>
              <a:rPr lang="en-US" sz="3600" dirty="0"/>
              <a:t> Prof. Rohini Bhosale</a:t>
            </a:r>
            <a:br>
              <a:rPr lang="en-US" sz="3600" dirty="0"/>
            </a:br>
            <a:r>
              <a:rPr lang="en-US" sz="3600" b="1" dirty="0"/>
              <a:t>Institution/Department:</a:t>
            </a:r>
            <a:r>
              <a:rPr lang="en-US" sz="3600" dirty="0"/>
              <a:t> MIT ADT University — School of Computer Engineering &amp; Technology</a:t>
            </a:r>
          </a:p>
          <a:p>
            <a:pPr marL="465138" lvl="0">
              <a:buClr>
                <a:srgbClr val="000000"/>
              </a:buClr>
              <a:buSzPts val="30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07-11-2025</a:t>
            </a:r>
            <a:endParaRPr lang="en-US" sz="3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5138" marR="0"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n-US"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824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11B8-E7D6-A4BF-6EB6-4F170B10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1B6C85B-885D-F1A6-9F50-BEA9A6B730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33472534-A799-E3D5-1EA9-F01A63A67C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CB6E617-F0BD-58E8-5DAC-3C3A8A41011F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005FF-37C5-DD3D-F975-5E8944D36FC5}"/>
              </a:ext>
            </a:extLst>
          </p:cNvPr>
          <p:cNvSpPr txBox="1"/>
          <p:nvPr/>
        </p:nvSpPr>
        <p:spPr>
          <a:xfrm>
            <a:off x="506186" y="1346796"/>
            <a:ext cx="1012371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200" b="1" dirty="0"/>
              <a:t>Introduction:</a:t>
            </a:r>
            <a:endParaRPr lang="en-US" sz="2200" dirty="0"/>
          </a:p>
          <a:p>
            <a:pPr algn="just">
              <a:buNone/>
            </a:pPr>
            <a:r>
              <a:rPr lang="en-US" sz="2200" dirty="0"/>
              <a:t>EventHub is a modern and user-friendly Event Management Website developed using </a:t>
            </a:r>
            <a:r>
              <a:rPr lang="en-US" sz="2200" b="1" dirty="0"/>
              <a:t>React.js</a:t>
            </a:r>
            <a:r>
              <a:rPr lang="en-US" sz="2200" dirty="0"/>
              <a:t>. It allows users to browse events, register/login, add events to cart, and proceed with booking. The system focuses on fast UI rendering, real-time updates, and smooth user experience.</a:t>
            </a:r>
          </a:p>
          <a:p>
            <a:pPr algn="just">
              <a:buNone/>
            </a:pPr>
            <a:r>
              <a:rPr lang="en-IN" sz="2200" b="1" dirty="0"/>
              <a:t>Problem Statement:</a:t>
            </a:r>
            <a:endParaRPr lang="en-US" sz="2200" b="1" dirty="0"/>
          </a:p>
          <a:p>
            <a:pPr algn="just">
              <a:buNone/>
            </a:pPr>
            <a:r>
              <a:rPr lang="en-US" sz="2200" dirty="0"/>
              <a:t>Traditional event booking systems require physical visits or manual registrations, causing time delays and limited accessibility. Users lack a central place to explore multiple events and manage bookings online.</a:t>
            </a:r>
          </a:p>
          <a:p>
            <a:pPr algn="just">
              <a:buNone/>
            </a:pPr>
            <a:r>
              <a:rPr lang="en-US" sz="2200" b="1" dirty="0"/>
              <a:t>Motivation:</a:t>
            </a:r>
            <a:endParaRPr lang="en-US" sz="2200" dirty="0"/>
          </a:p>
          <a:p>
            <a:pPr algn="just">
              <a:buNone/>
            </a:pPr>
            <a:r>
              <a:rPr lang="en-US" sz="2200" dirty="0"/>
              <a:t>To simplify event discovery and booking, especially for students and professionals organizing university or corporate events.</a:t>
            </a:r>
          </a:p>
          <a:p>
            <a:pPr>
              <a:buNone/>
            </a:pPr>
            <a:r>
              <a:rPr lang="en-US" sz="2200" b="1" dirty="0"/>
              <a:t>Proposed Solution:</a:t>
            </a:r>
            <a:endParaRPr lang="en-US" sz="2200" dirty="0"/>
          </a:p>
          <a:p>
            <a:pPr algn="just">
              <a:buNone/>
            </a:pPr>
            <a:r>
              <a:rPr lang="en-US" sz="2200" dirty="0"/>
              <a:t>Develop a scalable, component-based event management platform using </a:t>
            </a:r>
            <a:r>
              <a:rPr lang="en-US" sz="2200" b="1" dirty="0"/>
              <a:t>React.js</a:t>
            </a:r>
            <a:r>
              <a:rPr lang="en-US" sz="2200" dirty="0"/>
              <a:t> that supports authentication, event browsing, and seamless cart-based booking.</a:t>
            </a:r>
          </a:p>
        </p:txBody>
      </p:sp>
    </p:spTree>
    <p:extLst>
      <p:ext uri="{BB962C8B-B14F-4D97-AF65-F5344CB8AC3E}">
        <p14:creationId xmlns:p14="http://schemas.microsoft.com/office/powerpoint/2010/main" val="236462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B9A5-DB90-4EEF-B879-576FE6B6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106FEF5A-D501-707F-7F4B-4B28E55767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1D4A9B45-24E8-3F2D-3CBE-3352743F5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8F3A092-F33E-FEC2-C548-56A5B6E99C19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38F1B-5D29-6BCC-FCCE-DB37CB043CA4}"/>
              </a:ext>
            </a:extLst>
          </p:cNvPr>
          <p:cNvSpPr txBox="1"/>
          <p:nvPr/>
        </p:nvSpPr>
        <p:spPr>
          <a:xfrm>
            <a:off x="587829" y="1809631"/>
            <a:ext cx="982957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/>
              <a:t>Project Scope:</a:t>
            </a:r>
            <a:br>
              <a:rPr lang="en-US" sz="2600" dirty="0"/>
            </a:br>
            <a:r>
              <a:rPr lang="en-US" sz="2600" dirty="0"/>
              <a:t>✔ User login &amp; registration module</a:t>
            </a:r>
            <a:br>
              <a:rPr lang="en-US" sz="2600" dirty="0"/>
            </a:br>
            <a:r>
              <a:rPr lang="en-US" sz="2600" dirty="0"/>
              <a:t>✔ Display list of available events with images &amp; pricing</a:t>
            </a:r>
            <a:br>
              <a:rPr lang="en-US" sz="2600" dirty="0"/>
            </a:br>
            <a:r>
              <a:rPr lang="en-US" sz="2600" dirty="0"/>
              <a:t>✔ Add to cart and remove from cart functionalities</a:t>
            </a:r>
            <a:br>
              <a:rPr lang="en-US" sz="2600" dirty="0"/>
            </a:br>
            <a:r>
              <a:rPr lang="en-US" sz="2600" dirty="0"/>
              <a:t>✘ Payment integration (future enhancement)</a:t>
            </a:r>
            <a:br>
              <a:rPr lang="en-US" sz="2600" dirty="0"/>
            </a:br>
            <a:r>
              <a:rPr lang="en-US" sz="2600" dirty="0"/>
              <a:t>✘ Admin panel (out of scope for current version)</a:t>
            </a:r>
          </a:p>
          <a:p>
            <a:pPr>
              <a:buNone/>
            </a:pPr>
            <a:r>
              <a:rPr lang="en-US" sz="2600" b="1" dirty="0"/>
              <a:t>Key Objectives: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Implement a functional user authentication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Develop a responsive and interactive React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Manage user cart and event booking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Maintain modular coding using reusable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37A69-1251-7BA2-5BD1-25480FB0F4A4}"/>
              </a:ext>
            </a:extLst>
          </p:cNvPr>
          <p:cNvSpPr txBox="1"/>
          <p:nvPr/>
        </p:nvSpPr>
        <p:spPr>
          <a:xfrm>
            <a:off x="266530" y="1006239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Scope and Objectives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57448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69B0-C91C-2013-B219-6FFD483D5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A2A09C1-B272-0D54-2A20-C97F27AF84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7699A0C4-A249-54A1-A593-70FA6EE89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E4E67BEF-5F06-72D7-DD85-93F5AAEA4EB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4F43A-6812-92E2-3370-71FC35C22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130177"/>
              </p:ext>
            </p:extLst>
          </p:nvPr>
        </p:nvGraphicFramePr>
        <p:xfrm>
          <a:off x="495182" y="2110493"/>
          <a:ext cx="9612086" cy="3911968"/>
        </p:xfrm>
        <a:graphic>
          <a:graphicData uri="http://schemas.openxmlformats.org/drawingml/2006/table">
            <a:tbl>
              <a:tblPr/>
              <a:tblGrid>
                <a:gridCol w="3668604">
                  <a:extLst>
                    <a:ext uri="{9D8B030D-6E8A-4147-A177-3AD203B41FA5}">
                      <a16:colId xmlns:a16="http://schemas.microsoft.com/office/drawing/2014/main" val="1370817284"/>
                    </a:ext>
                  </a:extLst>
                </a:gridCol>
                <a:gridCol w="5943482">
                  <a:extLst>
                    <a:ext uri="{9D8B030D-6E8A-4147-A177-3AD203B41FA5}">
                      <a16:colId xmlns:a16="http://schemas.microsoft.com/office/drawing/2014/main" val="2192090423"/>
                    </a:ext>
                  </a:extLst>
                </a:gridCol>
              </a:tblGrid>
              <a:tr h="530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Technologies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70005"/>
                  </a:ext>
                </a:extLst>
              </a:tr>
              <a:tr h="9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Front-End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React.js, HTML5, CSS3, JavaScript, Tailwind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350409"/>
                  </a:ext>
                </a:extLst>
              </a:tr>
              <a:tr h="1425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Database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(optional), </a:t>
                      </a:r>
                      <a:r>
                        <a:rPr lang="en-US" sz="2600" dirty="0" err="1"/>
                        <a:t>LocalStorage</a:t>
                      </a:r>
                      <a:r>
                        <a:rPr lang="en-US" sz="2600" dirty="0"/>
                        <a:t> for this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227984"/>
                  </a:ext>
                </a:extLst>
              </a:tr>
              <a:tr h="9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Other Tools</a:t>
                      </a:r>
                      <a:endParaRPr lang="en-IN" sz="2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Git, GitHub, </a:t>
                      </a:r>
                      <a:r>
                        <a:rPr lang="en-IN" sz="2600" dirty="0" err="1"/>
                        <a:t>npm</a:t>
                      </a:r>
                      <a:r>
                        <a:rPr lang="en-IN" sz="2600" dirty="0"/>
                        <a:t>, VS Code.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2344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D7CD48-D290-1B41-FB47-53B0BBFCDA9E}"/>
              </a:ext>
            </a:extLst>
          </p:cNvPr>
          <p:cNvSpPr txBox="1"/>
          <p:nvPr/>
        </p:nvSpPr>
        <p:spPr>
          <a:xfrm>
            <a:off x="266530" y="1000759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Technology Stack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150449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041E-BA66-0E52-710A-42CD822D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B3ECBD12-08F9-7D5C-1BAB-D1B4DC2976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A4FDD426-3278-C7B8-C89B-6CD665FA74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CE63810-C72D-9C4B-EE29-A5CF13C38548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E0F13-4938-DC00-02D8-FD388DA4C064}"/>
              </a:ext>
            </a:extLst>
          </p:cNvPr>
          <p:cNvSpPr txBox="1"/>
          <p:nvPr/>
        </p:nvSpPr>
        <p:spPr>
          <a:xfrm>
            <a:off x="1039475" y="2312879"/>
            <a:ext cx="832757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ER Diagram Entities:</a:t>
            </a:r>
            <a:endParaRPr lang="en-IN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User</a:t>
            </a:r>
            <a:r>
              <a:rPr lang="en-IN" sz="2600" dirty="0"/>
              <a:t> (</a:t>
            </a:r>
            <a:r>
              <a:rPr lang="en-IN" sz="2600" dirty="0" err="1"/>
              <a:t>userId</a:t>
            </a:r>
            <a:r>
              <a:rPr lang="en-IN" sz="2600" dirty="0"/>
              <a:t>, name, email, password)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Event</a:t>
            </a:r>
            <a:r>
              <a:rPr lang="en-IN" sz="2600" dirty="0"/>
              <a:t> (</a:t>
            </a:r>
            <a:r>
              <a:rPr lang="en-IN" sz="2600" dirty="0" err="1"/>
              <a:t>eventId</a:t>
            </a:r>
            <a:r>
              <a:rPr lang="en-IN" sz="2600" dirty="0"/>
              <a:t>, </a:t>
            </a:r>
            <a:r>
              <a:rPr lang="en-IN" sz="2600" dirty="0" err="1"/>
              <a:t>eventName</a:t>
            </a:r>
            <a:r>
              <a:rPr lang="en-IN" sz="2600" dirty="0"/>
              <a:t>, price, date, location)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Cart</a:t>
            </a:r>
            <a:r>
              <a:rPr lang="en-IN" sz="2600" dirty="0"/>
              <a:t> (</a:t>
            </a:r>
            <a:r>
              <a:rPr lang="en-IN" sz="2600" dirty="0" err="1"/>
              <a:t>cartId</a:t>
            </a:r>
            <a:r>
              <a:rPr lang="en-IN" sz="2600" dirty="0"/>
              <a:t>, </a:t>
            </a:r>
            <a:r>
              <a:rPr lang="en-IN" sz="2600" dirty="0" err="1"/>
              <a:t>userId</a:t>
            </a:r>
            <a:r>
              <a:rPr lang="en-IN" sz="2600" dirty="0"/>
              <a:t>, </a:t>
            </a:r>
            <a:r>
              <a:rPr lang="en-IN" sz="2600" dirty="0" err="1"/>
              <a:t>eventId</a:t>
            </a:r>
            <a:r>
              <a:rPr lang="en-IN" sz="2600" dirty="0"/>
              <a:t>)</a:t>
            </a:r>
          </a:p>
          <a:p>
            <a:pPr>
              <a:buNone/>
            </a:pPr>
            <a:r>
              <a:rPr lang="en-IN" sz="2600" b="1" dirty="0"/>
              <a:t>Relationships:</a:t>
            </a:r>
            <a:endParaRPr lang="en-IN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One User → Many Cart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One Event → Many Cart Entries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96774-EAFA-60DE-E1B7-EB925DF5EBDD}"/>
              </a:ext>
            </a:extLst>
          </p:cNvPr>
          <p:cNvSpPr txBox="1"/>
          <p:nvPr/>
        </p:nvSpPr>
        <p:spPr>
          <a:xfrm>
            <a:off x="510758" y="1179092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400" b="1" dirty="0"/>
              <a:t>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74870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B3D4-B21F-961E-0DF2-5AE25B61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140F38C5-0E57-FAE3-2B8C-121F26F34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23C8ED22-F7E0-8712-A163-669F2F1E0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A7C3BB90-C8B8-9467-5115-D1D552BA0D1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2F43A-5823-5FF8-AAEC-18F3A558B14D}"/>
              </a:ext>
            </a:extLst>
          </p:cNvPr>
          <p:cNvSpPr txBox="1"/>
          <p:nvPr/>
        </p:nvSpPr>
        <p:spPr>
          <a:xfrm>
            <a:off x="244928" y="1172489"/>
            <a:ext cx="7739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Implementation &amp; Results (Front-end)</a:t>
            </a:r>
            <a:endParaRPr lang="en-US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1CB9F3-7F38-B873-FA09-E75751D3E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65" y="1978696"/>
            <a:ext cx="5073163" cy="2251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D73AA3-2BF9-AF1B-595E-3B16A54BC5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65" y="4375011"/>
            <a:ext cx="4966283" cy="23384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70FC17-12CC-D91D-D682-5F2BF6E521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6" t="13062" r="27884" b="1886"/>
          <a:stretch>
            <a:fillRect/>
          </a:stretch>
        </p:blipFill>
        <p:spPr>
          <a:xfrm>
            <a:off x="6437154" y="2384417"/>
            <a:ext cx="3830683" cy="34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7D35-C2C9-5BF7-FCC0-6D66E8E6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7B89B111-C14F-FCB7-649A-15BE1D41E9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FFF4F807-AD83-749F-8F37-EFD13E636C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348FA84F-DD17-4BFD-E89B-105E336005C4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A1FBF-B597-C601-4DAF-8CE43761D2E6}"/>
              </a:ext>
            </a:extLst>
          </p:cNvPr>
          <p:cNvSpPr txBox="1"/>
          <p:nvPr/>
        </p:nvSpPr>
        <p:spPr>
          <a:xfrm>
            <a:off x="359229" y="1221474"/>
            <a:ext cx="1894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Demo</a:t>
            </a:r>
            <a:endParaRPr lang="en-US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07AEBE-EADA-C5B7-2CC7-19A01ECFD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287" y="1378026"/>
            <a:ext cx="4652674" cy="2269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B46DAB-ACDC-9289-0B46-4EDF195B3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260" y="4191980"/>
            <a:ext cx="4932727" cy="23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8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EB27-0A8F-30ED-7403-7D91A5BF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64FFEB44-301C-C927-214A-AB56810046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D475CF8A-BB8F-5DD1-CD4B-EF2C81C46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8AC58CE7-EECA-08DC-8AEB-7F06DC380AB6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716D5C-6ACF-D17C-06B3-A1D51A46A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40254"/>
              </p:ext>
            </p:extLst>
          </p:nvPr>
        </p:nvGraphicFramePr>
        <p:xfrm>
          <a:off x="695813" y="1943100"/>
          <a:ext cx="8497174" cy="4178539"/>
        </p:xfrm>
        <a:graphic>
          <a:graphicData uri="http://schemas.openxmlformats.org/drawingml/2006/table">
            <a:tbl>
              <a:tblPr/>
              <a:tblGrid>
                <a:gridCol w="4248587">
                  <a:extLst>
                    <a:ext uri="{9D8B030D-6E8A-4147-A177-3AD203B41FA5}">
                      <a16:colId xmlns:a16="http://schemas.microsoft.com/office/drawing/2014/main" val="245503801"/>
                    </a:ext>
                  </a:extLst>
                </a:gridCol>
                <a:gridCol w="4248587">
                  <a:extLst>
                    <a:ext uri="{9D8B030D-6E8A-4147-A177-3AD203B41FA5}">
                      <a16:colId xmlns:a16="http://schemas.microsoft.com/office/drawing/2014/main" val="1152616422"/>
                    </a:ext>
                  </a:extLst>
                </a:gridCol>
              </a:tblGrid>
              <a:tr h="508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233143"/>
                  </a:ext>
                </a:extLst>
              </a:tr>
              <a:tr h="1366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React state management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Used React Hooks (</a:t>
                      </a:r>
                      <a:r>
                        <a:rPr lang="en-US" sz="2600">
                          <a:latin typeface="Courier New" panose="02070309020205020404" pitchFamily="49" charset="0"/>
                        </a:rPr>
                        <a:t>useState</a:t>
                      </a:r>
                      <a:r>
                        <a:rPr lang="en-US" sz="2600"/>
                        <a:t>, </a:t>
                      </a:r>
                      <a:r>
                        <a:rPr lang="en-US" sz="2600"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US" sz="26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264126"/>
                  </a:ext>
                </a:extLst>
              </a:tr>
              <a:tr h="1366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Navigation between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Used conditional rendering / React 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665170"/>
                  </a:ext>
                </a:extLst>
              </a:tr>
              <a:tr h="937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LocalStorage persistence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Implemented logic to store user session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7790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2BEB9C-ADA5-3F6D-E622-3F45E0BC403B}"/>
              </a:ext>
            </a:extLst>
          </p:cNvPr>
          <p:cNvSpPr txBox="1"/>
          <p:nvPr/>
        </p:nvSpPr>
        <p:spPr>
          <a:xfrm>
            <a:off x="364502" y="1048784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Challenges and Solutions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93856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5E23-E44D-F5E5-EBFD-CB4ACF3A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F356FA4D-57FC-D061-1E41-ED8CE8CADF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2D6FA1A9-C5D7-F078-FF28-0D50388044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895660B-B0FA-F307-5AC7-72DAC03BF197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1AD63-713C-353B-F74B-B33AD2B3662D}"/>
              </a:ext>
            </a:extLst>
          </p:cNvPr>
          <p:cNvSpPr txBox="1"/>
          <p:nvPr/>
        </p:nvSpPr>
        <p:spPr>
          <a:xfrm>
            <a:off x="908846" y="1669962"/>
            <a:ext cx="86704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Conclusion: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Successfully built a functional and responsive Event Management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Learned React components, state management, and UI handling.</a:t>
            </a:r>
          </a:p>
          <a:p>
            <a:pPr>
              <a:buNone/>
            </a:pPr>
            <a:r>
              <a:rPr lang="en-US" sz="3200" b="1" dirty="0"/>
              <a:t>Future Enhancements: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Admin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Payment Gateway (</a:t>
            </a:r>
            <a:r>
              <a:rPr lang="en-US" sz="3200" dirty="0" err="1"/>
              <a:t>Razorpay</a:t>
            </a:r>
            <a:r>
              <a:rPr lang="en-US" sz="3200" dirty="0"/>
              <a:t> / Stripe)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Event analytics and ticket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41FF71-4090-C1CF-CF2A-7C768937E353}"/>
              </a:ext>
            </a:extLst>
          </p:cNvPr>
          <p:cNvSpPr txBox="1"/>
          <p:nvPr/>
        </p:nvSpPr>
        <p:spPr>
          <a:xfrm>
            <a:off x="266530" y="1045713"/>
            <a:ext cx="623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Conclusion and Future Scope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1831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EFE2-81E9-598B-70C7-2A901756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A623966-CE66-E4AA-4B7F-127327BD36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A275BF64-FA2D-A357-C34F-3ABF597F2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3EDB039-75C9-4273-03B8-EDF94B74E1AA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48E48-C3C4-E835-029A-D287BEC40505}"/>
              </a:ext>
            </a:extLst>
          </p:cNvPr>
          <p:cNvSpPr txBox="1"/>
          <p:nvPr/>
        </p:nvSpPr>
        <p:spPr>
          <a:xfrm>
            <a:off x="3511441" y="3090446"/>
            <a:ext cx="51691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800" b="1" dirty="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sz="3800" b="1" i="0" u="none" strike="noStrike" cap="none" dirty="0">
              <a:solidFill>
                <a:srgbClr val="CC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940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488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Yadav</dc:creator>
  <cp:lastModifiedBy>Isha Yadav</cp:lastModifiedBy>
  <cp:revision>1</cp:revision>
  <dcterms:created xsi:type="dcterms:W3CDTF">2025-11-07T03:30:36Z</dcterms:created>
  <dcterms:modified xsi:type="dcterms:W3CDTF">2025-11-07T04:28:28Z</dcterms:modified>
</cp:coreProperties>
</file>